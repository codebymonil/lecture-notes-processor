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Key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Artificial Intelligence (AI) focused on systems that learn from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for modern technology, 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continuous (regression) or categorical (classification)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using techniques like clustering or dimensionality reduct...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classification, effective in high-dimensional spaces.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and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metrics like accuracy, MSE,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models generalize well to unseen data by splitting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using methods like grid or random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 data; labeled data collection can be difficult...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Many complex models are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either learn noise or are too simple to capture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computational power and datasets will expand ML's role significantly.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for future progress.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