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Tuning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and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errors.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training and evaluating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class membership.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based on features.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performance using separate datasets with metrics (e.g., accuracy, MSE).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and 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 data; collecting labeled data is challenging.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often difficult to understand,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Future: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