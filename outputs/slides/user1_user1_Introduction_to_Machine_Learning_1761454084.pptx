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• Supervised Learning • Unsupervised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What is Machine Learning?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 and Optimization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Challenges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1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(ML) is a subfield of AI focused on systems that learn from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identify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Crucial in modern technology, used in image recognition, NLP, predictive analytics.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Broadly classified into Supervised, Unsupervised, and Reinforcement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Trained on labeled data to predict outputs (e.g., 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Finds hidden patterns in unlabeled data (e.g., Clustering, Dimensionality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an environment to maximize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minimize prediction errors.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to train the model and evaluate its performance on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including noise, leading to poor generalization.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 and fails to capture important patterns in the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relationships for continuous output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Used for classification, predicts probability of belonging to a class.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that splits data based on feature values, easy to interpret.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accuracy.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to separate data points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human brain, learns complex patterns, used in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 recommendations.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and safe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 and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Evaluate model performance using separate datasets with metrics like accuracy or MSE.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 generalizes well to unseen data by splitting into subsets.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(hyperparameters) for optimal performance using methods like grid searc...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Requires large amounts of accurate, consistent, and complete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 can be difficult to understand, especially in high-stakes applications.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or unethical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that hinder a model's ability to generalize.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Will lead to more powerful, transparent, and interpretable systems.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integration into daily life across healthcare, education, entertainment, and transportation.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essential as the field progresses.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