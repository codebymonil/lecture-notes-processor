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• Supervised Learning •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2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Systems identify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Trains on labeled data to predict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Finds hidden patterns in unlabeled data (e.g., 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minimize prediction differences.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to train the model and evaluate its performance on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simple,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probability of belonging to a class (classification).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Splits data into subsets based on feature values for decision making.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 for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performance using separate datasets with metrics like accuracy,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Ensures model generalizes well by splitting data into multiple subsets for training/testing.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Optimizes model settings (hyperparameters) using techniques like grid search.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models, especially deep learning, are difficult to understand.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various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Growing importance of ethical considerations and responsible AI practices.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