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(ML)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ML Algorithms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4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focusing on systems that learn from data and improve over time.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its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learn patterns and minimize prediction differences.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particular class (classification).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and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making decisions, and navigating safely.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 with metrics like accuracy or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 by splitting into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 using techniques like grid se...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require large amounts of accurate, consistent data; labeled data collection can be har...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(deep learning) are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either learn noise or are too simple to capture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life, enabling smarter technologies in various sectors.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for progress.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