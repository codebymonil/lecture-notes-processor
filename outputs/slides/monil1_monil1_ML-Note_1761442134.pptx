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Fundamentals • Types of ML • Key ML Concepts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Fundamentals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ML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ML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Common 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Applications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Evaluation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Challenges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Future of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AI, building systems that learn from data without explicit programming.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known outputs (e.g., 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(e.g., 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its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a model to learn patterns and adjust internal parameters.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for model training and performance evaluation.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leading to poor performance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patterns in the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relationships for continuous output prediction.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used for classification, predicts probability of class membership.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splitting data based on feature values, easy to interpret.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for classification, effective in high dimensions.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the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 recommendations.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and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and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and safe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evaluate model performance using separate datasets.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 for classification: accuracy, precision, recall, F1 score.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 for regression: mean squared error (MSE), R-squared.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for optimal performance using techniques like grid search.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models require large amounts of accurate, consistent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are often difficult to understand, problematic in high-stakes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 and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immense potential for applications.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will integrate more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