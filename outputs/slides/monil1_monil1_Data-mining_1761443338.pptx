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Data Mining • Data Science •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Welcome and Overview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What is Data Mining?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The Data Mining Process Steps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Data Mining Techniques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Evaluation, Interpretation, and Deployment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Applications and Challenges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Science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Analysis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Big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Welcome and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Introduction to data mining as a fundamental area in data science.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Lecture aims to provide a solid understanding of what data mining is and how it works.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Will cover the data mining process, common techniques, and practical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Data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is the process of extracting useful information, patterns, and trends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Datasets can originate from various sources, including structured databases, unstructured text, images, and real-time st...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The main goal is to discover non-obvious patterns for informed decisions and future predictions.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 uncovers hidden relationships that would be impossible or too time-consuming to identify manually.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 multi-step process involving data collection, preprocessing, and exploratory data analysis.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collection gathers information from sources like transaction logs, sensor data, and social media.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preprocessing cleans messy, incomplete, or inconsistent raw data, including normalization.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Exploratory Data Analysis (EDA) uses visualizations (histograms, scatter plots) to understand data structure and form hy...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Data Mining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Modeling and mining involve applying algorithms to uncover patterns, with technique choice depending on analysis type.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Classification assigns data to predefined categories, like a spam filter.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Clustering groups similar data points without prior knowledge, useful for customer segmentation.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Association rule mining identifies relationships between variables, such as in market basket analysis.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Regression predicts continuous values based on inputs, used for house price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Evaluation, Interpretation, and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Evaluation assesses the quality and usefulness of results using metrics like accuracy or R-squared.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Models may be refined by revisiting earlier stages if performance is unsatisfactory.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Deployment puts satisfactory insights into real-world applications, such as personalized ads or improved business proces...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has wide applications in healthcare (disease prediction), finance (fraud detection), and retail (inventory o...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 major challenge is ensuring data quality, as noisy or biased data can lead to inaccurate insights.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Privacy and ethical concerns are critical, requiring adherence to regulations like GDPR and CCPA.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Mitigation strategies include data anonymization, encryption, and careful data handling.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is a powerful tool for unlocking valuable insights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 involves a systematic process of collecting, cleaning, analyzing, and modeling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Techniques like classification, clustering, association rule mining, and regression are foundational.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Applying these techniques helps businesses optimize operations, improve satisfaction, and gain a competitive edge.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