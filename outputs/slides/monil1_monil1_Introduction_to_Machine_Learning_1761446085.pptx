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Definition • Supervised Learning • Unsupervised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Introduction to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Definition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Common ML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Applications</a:t>
            </a:r>
          </a:p>
          <a:p>
            <a:pPr>
              <a:defRPr sz="1400" i="1">
                <a:solidFill>
                  <a:srgbClr val="6B7280"/>
                </a:solidFill>
              </a:defRPr>
            </a:pPr>
            <a:r>
              <a:t>... and 3 more 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is a subfield of AI focused on systems learning from data without explicit programming.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Systems identify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Crucial in modern tech for image recognition, NLP, predictive analytics, and autonomous vehicles.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Growth driven by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Trained on labeled data to predict known outputs (e.g., Regression, 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Trained on unlabeled data to find hidden patterns (e.g., Clustering, Dimensionality Reduction).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an environment to maximize rewards (e.g., robotics, gaming).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a model to learn patterns and adjust parameters.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for model training and performance evaluation.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performs poorly on new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simple, fails to capture important data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Predicts continuous output using a linear function.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Predicts probability of belonging to a class (classification).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 splitting data based on feature values.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to separate data points.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Inspired by the human brain, learns complex patterns (deep learning).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Processing sensor data, decision-making,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Testing: Evaluate performance using separate datasets with metrics like accuracy, MSE.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Ensures model generalizes well by splitting data into multiple subsets.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Optimizing model settings (hyperparameters) for best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Need for large, accurate, consistent, and complete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Difficulty in understanding complex model decisions, especially in high-stakes applications.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 from training data, leading to unfair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impacting model generalization.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integration into daily life across healthcare, education, entertainment, and transportation.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Growing computational power and datasets will expand ML's role.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Ethical considerations and responsible AI practices will be crucial.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