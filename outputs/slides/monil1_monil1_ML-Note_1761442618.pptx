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Artificial Intelligence • 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 Techniques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Artificial Intelligence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6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AI, building systems that learn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technology: image recognition, NLP, predictive analytics,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Recent growth due to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Model trained on labeled data to predict known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Model trained on unlabeled data to find hidden patterns (e.g., Clustering, Dimensionality Reducti...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cumulative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internal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divided to train the model and evaluate its performance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generalization.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patterns in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relationships for regression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predicts probability of class membership.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different classes.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Brain-inspired, learns complex patterns, widely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 with metrics like accuracy or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by splitting data into multiple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Many complex models are difficult to understand, problematic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a model's ability to generalize.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expand ML's role across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Greater integration into daily life, enabling smarter technologies.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