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Data Mining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Data Mining • Data Analysis •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What is Data Mining?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The Data Mining Process: Collection &amp; Preprocessing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The Data Mining Process: Analysis &amp; Modeling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Data Mining Techniques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Evaluation, Deployment, and 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Challenges in Data Mining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Analysis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Science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Big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What is Data Mining?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extracts useful information, patterns, and trends from large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Datasets can come from various sources, including structured and unstructured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The primary goal is to discover non-obvious patterns for informed decisions or predictions.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It uncovers hidden relationships that would be impossible or time-consuming to identify manually.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The Data Mining Process: Collection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is a multi-step process to clean, analyze, and interpret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Collection involves gathering data from diverse sources like transaction logs or social media.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 key challenge is efficiently handling the vast amount of data generated today.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Preprocessing cleans messy raw data, which is often incomplete or inconsistent.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Tasks include filling missing values, removing duplicates, and data normalization.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The Data Mining Process: Analysis &amp;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Exploratory Data Analysis (EDA) involves visually and statistically understanding data structure.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Tools like histograms and scatter plots are used to visualize data distributions.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Modeling and Mining is the core step, applying algorithms to uncover patterns.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The choice of algorithm depends on the type of analysis to be performed.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Data Mining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Classification assigns data to predefined categories, like a spam filter.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Clustering groups similar data points without prior knowledge, useful for customer segmentation.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Association Rule Mining identifies relationships between variables, such as in market basket analysis.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Regression predicts continuous values based on input variables, used for house price prediction.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Evaluation, Deployment, and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Evaluation and Interpretation assess the quality and usefulness of the results using various metrics.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Deployment means putting the insights into real-world applications to improve processes or automate decisions.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Applications include personalized marketing, prioritizing healthcare, and fraud detection.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Other uses are inventory optimization and demand forecasting in retail.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Ensuring data quality is crucial, as noisy or biased data leads to inaccurate insights.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Dealing with privacy and ethical concerns is a significant challenge due to sensitive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Adherence to regulations like GDPR and CCPA is essential.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Mitigation strategies include data anonymization, encryption, and careful handling.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is a powerful tool for unlocking valuable insights from large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It involves collecting, cleaning, analyzing, and modeling data to uncover patterns.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Techniques like classification, clustering, association rule mining, and regression form its foundation.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Applying these techniques helps businesses optimize operations and gain a competitive edge.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