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Basics • Types of ML • ML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and Improvement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Basics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of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an AI subfield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technology for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Recent 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 Learning, Unsupervised Learning,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continuous (regression) or categorical (classification)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using techniques like clustering or dimensionality reduct...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cumulative rewards, used in robotics...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its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regression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predicting class probabilities.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classification, effective in high-dimensional spaces.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Brain-inspired models capable of learning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and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and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and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 with metrics like accuracy, MSE,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 by splitting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 using methods like grid searc...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can be difficult to understand, especially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or unethical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a model's ability to generalize.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importance of ethical considerations and responsible AI practices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