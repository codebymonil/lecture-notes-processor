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Machine Learning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Supervised Learning • Unsupervised Learning • Reinforcement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 &amp; 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Challenges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 &amp; 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teaches computers to learn from data, not explicit rules.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 uses labeled data for training.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Example: identifying spam emails based on labeled examples.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Common algorithms include decision trees, support vector machines, and neural networks.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Finds patterns in data without explicit labels.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Example: clustering customers by purchasing behavior.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K-means is a classic unsupervised learning algorithm.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An agent learns by interacting with an environment and receiving feedback or rewards.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Examples: training AI to play video games or control robots.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memorizes training data,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Bias: occurs when the training data itself is unbalanced.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Self-driving cars: object recognition.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