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defRPr b="1" sz="4400">
                <a:solidFill>
                  <a:srgbClr val="1E40AF"/>
                </a:solidFill>
              </a:defRPr>
            </a:pPr>
            <a:r>
              <a:t>Introduction to Data Mining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defRPr sz="2400" i="1">
                <a:solidFill>
                  <a:srgbClr val="6B7280"/>
                </a:solidFill>
              </a:defRPr>
            </a:pPr>
            <a:r>
              <a:t>Data Mining Definition • Data Mining Process • Data Mining Techniques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1E40AF"/>
                </a:solidFill>
              </a:defRPr>
            </a:pPr>
            <a:r>
              <a:t>Lecture 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1. What is Data Mining?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2. The Data Mining Process: Initial Steps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3. The Data Mining Process: Analysis and Modeling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4. Common Data Mining Techniques Explained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5. The Data Mining Process: Evaluation and Deployment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6. Applications and Challenges of Data Mining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7. 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1E40AF"/>
                </a:solidFill>
              </a:defRPr>
            </a:pPr>
            <a:r>
              <a:t>Lecture Topics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Data Mining Definition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Data Mining Process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Data Mining Techniques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Real-World Applications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Challenges in Data Mining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What is Data Mining?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Data mining extracts useful information, patterns, and trends from large datasets.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Datasets can originate from various sources, including structured and unstructured data.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The primary goal is to discover non-obvious patterns for informed decisions and predictions.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It uncovers hidden relationships impossible to identify manually from millions of data points.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The Data Mining Process: Initial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Data mining is a multi-step process for cleaning, analyzing, and interpreting data.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Step 1: Data Collection from diverse sources like transaction logs, sensors, and social media.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Step 2: Data Preprocessing involves cleaning raw, messy data (incomplete, inconsistent, errors).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Preprocessing includes filling missing values, removing duplicates, and data normalization.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The Data Mining Process: Analysis and Modeling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Step 3: Exploratory Data Analysis (EDA) visually and statistically analyzes data structure.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EDA uses tools like histograms and scatter plots to form hypotheses and identify anomalies.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Step 4: Modeling and Mining applies algorithms to uncover patterns and relationships.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Common techniques include classification, clustering, association rule mining, and regression.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Common Data Mining Techniques Explained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Classification assigns data to predefined categories (e.g., spam filter).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Clustering groups similar data points without prior knowledge (e.g., customer segmentation).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Association rule mining identifies relationships between variables (e.g., market basket analysis).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Regression predicts continuous values based on inputs (e.g., house price prediction).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The Data Mining Process: Evaluation and Deployment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Step 5: Evaluation and Interpretation assesses the quality and usefulness of results.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Metrics like accuracy, precision, and R-squared are used to evaluate model effectiveness.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Poor model performance may lead to revisiting earlier stages for refinement.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Step 6: Deployment puts insights into real-world applications to improve processes or automate decisions.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Applications and Challenges of Data Mining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Applications span various industries: healthcare (disease outbreaks), finance (fraud detection), retail (inventory optim...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A major challenge is ensuring data quality; noisy or biased data leads to inaccurate insights.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Privacy and ethical concerns are critical, requiring adherence to regulations like GDPR and CCPA.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Data anonymization and encryption are crucial for mitigating privacy risks.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Data mining is a powerful tool for unlocking valuable insights from large datasets.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It involves collecting, cleaning, analyzing, and modeling data to uncover patterns.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Techniques like classification, clustering, association rule mining, and regression form its foundation.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Applying these techniques helps businesses optimize operations and gain a competitive edge.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>
                <a:solidFill>
                  <a:srgbClr val="1E40AF"/>
                </a:solidFill>
              </a:defRPr>
            </a:pPr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>
                <a:solidFill>
                  <a:srgbClr val="6B7280"/>
                </a:solidFill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