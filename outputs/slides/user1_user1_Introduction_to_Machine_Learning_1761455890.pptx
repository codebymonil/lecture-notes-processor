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0"/>
          </a:xfrm>
        </p:spPr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</a:xfrm>
        </p:spPr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ML • Supervised Learning</a:t>
            </a:r>
          </a:p>
        </p:txBody>
      </p:sp>
      <p:pic>
        <p:nvPicPr>
          <p:cNvPr id="4" name="Picture 3" descr="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Tuning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 for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 Learning, Unsupervised Learning,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uses labeled data to learn input-output mappings for predictions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 finds hidden patterns in unlabeled data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 involves an agent learning decisions through interaction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 involves feeding data to learn patterns and adjust parameters to minimize prediction errors.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are input variables, and labels are target outputs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is divided into training and testing sets to train and evaluate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occurs when a model learns noise, while underfitting means it's too simple to capture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 predicts class probabilities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 split data based on features, offering interpretability.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 combines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 find optimal hyperplanes for classification, effective in high dimensions.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Networks, inspired by the brain, learn complex patterns for deep learning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sensor data processing,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are evaluated using separate training and testing datasets with metrics like accuracy or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 ensures models generalize well to unseen data by splitting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 optimizes model settings using techniques like grid search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need large amounts of accurate, consistent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difficult to understand,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