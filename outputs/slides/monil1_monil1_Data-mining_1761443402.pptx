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b="1" sz="4400">
                <a:solidFill>
                  <a:srgbClr val="1E40AF"/>
                </a:solidFill>
              </a:defRPr>
            </a:pPr>
            <a:r>
              <a:t>Data Mining: Unlocking Insights from Data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 i="1">
                <a:solidFill>
                  <a:srgbClr val="6B7280"/>
                </a:solidFill>
              </a:defRPr>
            </a:pPr>
            <a:r>
              <a:t>Data Mining • Data Analysis •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1. Introduction to Data Mining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2. The Data Mining Process: Collection &amp; Preprocessing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3. The Data Mining Process: Analysis &amp; Modeling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4. Common Data Mining Techniques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5. Evaluation, Deployment, and Real-World Applications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6. Challenges in Data Mining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7.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Mining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Analysis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Science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Business Intelligence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Introduction to Data Mining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Welcome and overview of the lecture's goals.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Definition: extracting useful information, patterns, and trends from large datasets.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Primary goal: discover non-obvious patterns for informed decisions or predictions.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Benefit: uncovers hidden relationships impossible or time-consuming to identify manually.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The Data Mining Process: Collection &amp;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mining is a multi-step process for cleaning, analyzing, and interpreting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Collection: gathering data from various sources like transaction logs, sensors, and social media.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Challenge: efficiently handling the vast amount of data generated today.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Preprocessing: cleaning raw, messy data that is often incomplete or inconsistent.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Tasks include filling missing values, removing duplicates, standardizing units, and data normalization.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The Data Mining Process: Analysis &amp;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Exploratory Data Analysis (EDA): visually and statistically analyzing data to understand its structure.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Tools for EDA: histograms, scatter plots, and heatmaps to visualize distributions and relationships.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Modeling and Mining: applying algorithms to the data to uncover patterns and relationships.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Choice of algorithm depends on the type of analysis to be performed.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Common Data Mining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Classification: assigning data to predefined categories (e.g., email spam filters).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Clustering: grouping similar data points without prior knowledge (e.g., customer segmentation).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Association Rule Mining: identifying relationships between variables (e.g., market basket analysis).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Regression: predicting continuous values based on input variables (e.g., house price prediction).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Evaluation, Deployment, and Real-World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Evaluation: assessing the quality and usefulness of results using metrics like accuracy or R-squared.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Refinement: revisiting earlier stages if the model's performance is unsatisfactory.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Deployment: putting insights into real-world applications to improve processes or automate decisions.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Applications: personalized marketing, healthcare predictions, fraud detection, inventory optimization.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Challenges in Data Mining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Quality: noisy, incomplete, or biased data can lead to inaccurate or misleading insights.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Privacy and Ethical Concerns: crucial to follow regulations like GDPR and CCPA.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Mitigation: using data anonymization, encryption, and careful handling of sensitive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mining is a powerful tool for unlocking valuable insights from large datasets.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It involves collecting, cleaning, analyzing, and modeling data to uncover patterns.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Techniques like classification, clustering, association, and regression form its foundation.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Benefits: optimizing operations, improving customer satisfaction, and gaining a competitive edge.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1E40AF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6B7280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