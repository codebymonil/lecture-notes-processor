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57200"/>
          </a:xfrm>
        </p:spPr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200400"/>
          </a:xfrm>
        </p:spPr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• Supervised Learning • Unsupervised Learning</a:t>
            </a:r>
          </a:p>
        </p:txBody>
      </p:sp>
      <p:pic>
        <p:nvPicPr>
          <p:cNvPr id="4" name="Picture 3" descr="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71600"/>
            <a:ext cx="36576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Evaluation</a:t>
            </a:r>
          </a:p>
          <a:p>
            <a:pPr>
              <a:defRPr sz="1400" i="1">
                <a:solidFill>
                  <a:srgbClr val="6B7280"/>
                </a:solidFill>
              </a:defRPr>
            </a:pPr>
            <a:r>
              <a:t>... and 1 more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is a subfield of AI focused on systems learning from data without explicit programming.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Systems identify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Used in image recognition, NLP, predictive analytics, and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Trained on labeled data to predict outputs (Regression, 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Trained on unlabeled data to find hidden patterns (Clustering, Dimensionality Reduction).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an environment to maximize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a model to learn patterns and minimize loss.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to train and evaluate model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performs poorly on new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simple, fails to capture important data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Predicts continuous output using a linear function.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Predicts probability of belonging to a class (classification).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splitting data based on feature values.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to separate classes.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the human brain, learns complex patterns for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Evaluate performance using separate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Metrics: Accuracy, precision, recall, F1 score for classification; MSE, R-squared for regression.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Ensures model generalizes well by splitting data into multiple subsets.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(hyperparameters) for best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Need large amounts of accurate, consistent, and complete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Complex models can be difficult to understand, especially in high-stakes applications.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affecting model generalization.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computational power and datasets will expand ML's role across industries.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applications will integrate more into daily life, enabling smarter technologies.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considerations and responsible AI practices will be crucial.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