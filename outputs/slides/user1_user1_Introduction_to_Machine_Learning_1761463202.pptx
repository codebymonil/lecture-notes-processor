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Definition • Types of Machine Learning • 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Definition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Key ML Concepts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12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 focused on systems learning from data and improving over time.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learn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Used in image recognition, NLP, predictive analytics, and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Trained on labeled data to predict outputs (e.g., 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Regression predicts continuous output (e.g., house prices); Classification predicts categorical output (e.g., spam detec...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Finds hidden patterns in unlabeled data (e.g., clustering, dimensionality reduction).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its environment to maximize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adjust internal parameters.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for training and evaluating model performance on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including noise, leading to poor generalization.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 and fails to capture important patterns in the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relationships for regression tasks.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Used for classification, predicts probability of class membership.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that splits data into subsets based on feature values.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to separate data points for classification.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the human brain, learns complex patterns, used in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 recommendations.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and safe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Assess performance using separate datasets with metrics like accuracy, MSE.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Technique to ensure model generalizes well by splitting data into multiple subsets.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(hyperparameters) for optimal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Requires large amounts of accurate, consistent, and complete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Many complex models are difficult to understand, problematic in high-stakes applications.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affecting a model's ability to generalize to new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computational power and datasets will expand ML's role across industries.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Greater integration into daily life, enabling smarter technologies in various sectors.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will be essential for progress.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