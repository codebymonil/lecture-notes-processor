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Machine Learning?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2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tech, used in image recognition, NLP, predictive analytics,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known outputs.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 includes Regression (continuous output) and Classification (categorical output).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or structures.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 includes Clustering (grouping data) and Dimensionality Reduction (reducing features).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the model and evaluate performance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performing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probability of belonging to a class.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 for deep learning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performance using separate datasets with metrics like accuracy,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Ensures model generalizes well by training/testing on different data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best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(e.g., deep learning) are difficult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where models either learn noise or are too simplistic.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healthcare, education, entertainment, and transportation.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computational power and datasets will expand ML's role.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