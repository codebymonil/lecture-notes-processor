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 (e.g., robotics, gaming).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human brain, learns complex patterns for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(e.g., deep learning)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importance of ethical considerations and responsible AI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