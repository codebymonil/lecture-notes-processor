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Importance and Growth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fast-growing area in technology.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Artificial Intelligence (AI), focused on systems learning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learn patterns from data to make decisions or predictions, rather than being explicitly programmed.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models improve over time with more data without needing reprogramming.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Importance and Growth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is ubiquitous, powering recommendation systems, spam filters, and virtual assistants.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Its popularity stems from access to vast amounts of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(GPUs) enables efficient data processing.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Development of sophisticated algorithms extracts better insights from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One of three main types of ML, and the most common in industry.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are trained using labeled data, where each input has a correct output.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Goal is to predict outputs for new, unseen inputs based on learned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predicting house prices based on features and past sale prices.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Categories include regression (continuous values) and classification (discrete labels like spam/not spam).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Uses unlabeled data, meaning only inputs are provided without explicit answers.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 discover patterns, relationships, or structures independently.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application is clustering, e.g., grouping customers by buying behavior.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Also used for dimensionality reduction to simplify data with many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An agent learns by interacting with an environment.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Decisions lead to feedback (rewards or penalties), adjusting the agent's strategy.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Goal is to learn a policy that maximizes total reward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Examples include training robots to walk or AI to play games like chess (AlphaGo).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Applied in robotics, game-playing AI, finance, and self-driving cars.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is crucial; noisy, biased, or incomplete data harms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occurs when a model learns training data too well but fails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concerns arise from biased data leading to biased models with real-world consequences.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requires understanding data, context, and the impact of models, not just algorithms.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Recap of ML definition, importance, three types, and challenges.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lectures will delve deeper into each ML type, algorithms, and practical examples.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