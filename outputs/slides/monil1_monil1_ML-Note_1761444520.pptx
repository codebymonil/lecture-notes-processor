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Basics • Types of ML • Key ML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Basics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of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AI, building systems that learn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part of modern technology, used in image recognition, NLP, predictive analytics.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continuous (regression) or categorical (classification)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Trains on unlabeled data to find hidden patterns or structures.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techniques include clustering (grouping) and dimensionality reduction (feature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cumulative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internal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its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belonging to a class.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that splits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Evaluate model performance using separate training and testing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 metrics: accuracy, precision, recall, F1 score.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metrics: mean squared error (MSE),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Need large amounts of accurate, consistent data; labeling can be difficult.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are often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or unethical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