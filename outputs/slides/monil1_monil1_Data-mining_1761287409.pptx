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b="1" sz="4400">
                <a:solidFill>
                  <a:srgbClr val="1E40AF"/>
                </a:solidFill>
              </a:defRPr>
            </a:pPr>
            <a:r>
              <a:t>Introduction to Data Mining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 i="1">
                <a:solidFill>
                  <a:srgbClr val="6B7280"/>
                </a:solidFill>
              </a:defRPr>
            </a:pPr>
            <a:r>
              <a:t>Data Mining Process • Data Mining Techniques • Real-world Applications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1. Understanding Data Mining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2. The Data Mining Process: Stages 1-3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3. Core Data Mining Techniques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4. Evaluating and Deploying Insights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5. Real-World Applications of Data Mining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6. Challenges and Ethical Considerations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Mining Process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Mining Techniques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Real-world Applications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Quality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Privacy Concerns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Understanding Data Mining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mining extracts useful information, patterns, and trends from large datasets.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Its primary goal is to discover non-obvious patterns for informed decisions and predictions.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It uncovers hidden relationships that are impossible or time-consuming to identify manually.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Advanced algorithms are used to sift through vast volumes of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The Data Mining Process: Stages 1-3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Collection involves gathering data from diverse sources like transaction logs and social media.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Preprocessing cleans raw, messy data by filling missing values and standardizing units.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Normalization transforms variables into a consistent format for effective analysis.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Exploratory Data Analysis (EDA) visually and statistically analyzes data to understand its structure.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Core Data Mining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Classification assigns data to predefined categories, like a spam filter.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Clustering groups similar data points without prior knowledge, such as customer segmentation.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Association Rule Mining identifies relationships between variables, like market basket analysis.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Regression predicts continuous values based on input variables, used for house price prediction.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Evaluating and Deploying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Evaluation assesses the quality and usefulness of results using metrics like accuracy or R-squared.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Interpretation determines if identified patterns are meaningful and align with expectations.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Deployment puts findings into real-world applications to improve processes or automate decisions.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Real-World Applications of Data Mining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In Healthcare, it identifies disease outbreaks and predicts patient readmissions.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In Finance, it detects fraudulent activities by analyzing historical transactions.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In Retail, it optimizes inventory and forecasts demand for products.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Challenges and Ethical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Quality is crucial; noisy, incomplete, or biased data leads to misleading insights.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Privacy Concerns require adherence to regulations like GDPR and CCPA when handling sensitive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Risks are mitigated through data anonymization, encryption, and careful handling.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mining is a powerful tool for unlocking valuable insights and driving better decisions.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1E40AF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6B7280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