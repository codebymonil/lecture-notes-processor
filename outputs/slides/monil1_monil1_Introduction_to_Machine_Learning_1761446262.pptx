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Definition • Types of ML • Supervised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Introduction to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Definition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Types of ML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Concepts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Applications</a:t>
            </a:r>
          </a:p>
          <a:p>
            <a:pPr>
              <a:defRPr sz="1400" i="1">
                <a:solidFill>
                  <a:srgbClr val="6B7280"/>
                </a:solidFill>
              </a:defRPr>
            </a:pPr>
            <a:r>
              <a:t>... and 3 more topics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(ML) is a subfield of AI focused on systems learning from data without explicit programming.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Core idea: systems identify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Used in image recognition, natural language processing, predictive analytics, and autonomous vehicles.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Growth driven by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Broadly classified into Supervised, Unsupervised, and Reinforcement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Trains on labeled data to map inputs to known outputs (e.g., Regression, Classification).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Trains on unlabeled data to find hidden patterns or structures (e.g., Clustering, Dimensionality ...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an environment to maximize cumulative rewards (e.g., robotics, 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a model to learn patterns and adjust parameters.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split to train the model and evaluate its performance on unseen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learns training data too well, including noise, leading to poor generalization.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Underfitting: Model is too simple and fails to capture important patterns in the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Predicts continuous output using a linear function.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Predicts probability of class membership for classification tasks.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Non-linear model splitting data based on feature values, easy to interpret.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 for improved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to separate data points for classification.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Inspired by the human brain, learns complex patterns, used in deep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 recommendations.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Processes sensor data, makes decisions, and navigates safely.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Testing: Assess performance using separate datasets with metrics like accuracy, MSE.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Ensures model generalizes well by training and testing on different data subsets.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Optimizing model settings (hyperparameters) for optimal performance using techniques like grid se...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Requires large amounts of accurate, consistent data; labeled data collection can be challengi...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Many complex models are difficult to understand, problematic in high-stakes applications.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can inherit biases from training data, leading to unfair or unethical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where models either learn noise or are too simplistic.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 evolution with 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integration into daily life, enabling smarter technologies across various industries.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Ethical considerations and responsible AI practices will be essential as the field progresses.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