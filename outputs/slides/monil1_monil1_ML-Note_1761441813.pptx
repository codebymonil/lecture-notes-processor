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that learn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technology, used in image recognition, NLP, predictive analytics.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includes Regression (continuous output) and Classification (categorical output).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 includes Clustering (grouping data) and Dimensionality Reduction (reducing features).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evaluating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for large, accurate, consistent data; labeling challenges.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difficulty understanding complex models, especially deep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inheriting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role in industries due to growing computational power and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Integration into daily life, enabling smarter technologies across various sectors.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Emphasis on ethical considerations and responsible AI practices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