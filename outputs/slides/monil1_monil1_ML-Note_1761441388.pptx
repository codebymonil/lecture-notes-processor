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and improve over time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technology, 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 Learning, Unsupervised Learning,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map inputs to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or structures (e.g., Clustering, Dimensionality 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performance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for regression tasks, models linear relationships between variables.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for classification tasks,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model, splits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and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and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metrics: accuracy, precision, recall, F1 score.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metrics: mean squared error (MSE),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using techniques like grid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require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(e.g.,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