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457200"/>
          </a:xfrm>
        </p:spPr>
        <p:txBody>
          <a:bodyPr/>
          <a:lstStyle/>
          <a:p>
            <a:pPr algn="ctr">
              <a:defRPr b="1" sz="44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00400"/>
          </a:xfrm>
        </p:spPr>
        <p:txBody>
          <a:bodyPr/>
          <a:lstStyle/>
          <a:p>
            <a:pPr algn="ctr">
              <a:defRPr sz="2400" i="1">
                <a:solidFill>
                  <a:srgbClr val="6B7280"/>
                </a:solidFill>
              </a:defRPr>
            </a:pPr>
            <a:r>
              <a:t>Machine Learning Definition • Types of Machine Learning • Supervised Learning</a:t>
            </a:r>
          </a:p>
        </p:txBody>
      </p:sp>
      <p:pic>
        <p:nvPicPr>
          <p:cNvPr id="4" name="Picture 3" descr="m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71600"/>
            <a:ext cx="36576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1. Introduction to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2. 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3. Key Concepts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4. Common Machine Learning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5. Applications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6. Model Evaluation and Tuning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7. Challenges in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8. Future of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1E40AF"/>
                </a:solidFill>
              </a:defRPr>
            </a:pPr>
            <a:r>
              <a:t>Lecture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Machine Learning Definition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Types of Machine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Key Concepts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Algorithms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Applications of ML</a:t>
            </a:r>
          </a:p>
          <a:p>
            <a:pPr>
              <a:defRPr sz="1400" i="1">
                <a:solidFill>
                  <a:srgbClr val="6B7280"/>
                </a:solidFill>
              </a:defRPr>
            </a:pPr>
            <a:r>
              <a:t>... and 3 more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Introduction to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ML is a subfield of AI focused on systems that learn from data and improve over time.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Core idea: systems learn patterns and make decisions with minimal human intervention.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Used in image recognition, NLP, predictive analytics, and autonomous vehicles.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Growth driven by large datasets, improved computational power, and advanced algorithms.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Types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Broadly classified into Supervised, Unsupervised, and Reinforcement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Supervised Learning: Trained on labeled data to predict outputs (Regression, Classification).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Unsupervised Learning: Finds hidden patterns in unlabeled data (Clustering, Dimensionality Reduction).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Reinforcement Learning: Agent learns by interacting with environment to maximize rewards.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Key Concepts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Model Training: Feeding data to learn patterns and minimize prediction differences.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Features and Labels: Input variables (features) and target outputs (labels) in supervised learning.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 Sets: Data split to train and evaluate model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Overfitting: Model learns training data too well, performs poorly on new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Underfitting: Model is too simple and fails to capture important data patterns.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Common Machine Learning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Linear Regression: Models linear relationship for regression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Logistic Regression: Predicts probability for classification tasks.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Decision Trees: Non-linear model that splits data based on feature values.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Random Forest: Ensemble method combining multiple decision trees for improved performance.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Support Vector Machines (SVM): Finds optimal hyperplane to separate data points for classification.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Neural Networks: Inspired by human brain, learns complex patterns, used in deep learning.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Applications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Healthcare: Disease diagnosis, drug discovery, personalized treatments.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Finance: Fraud detection, credit scoring, algorithmic trading.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Marketing: Customer segmentation, personalized recommendations, targeted advertising.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Autonomous Vehicles: Processing sensor data, decision-making, navigation.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Natural Language Processing (NLP): Language translation, sentiment analysis, text summarization.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Model Evaluation and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Training and Testing: Assess performance using separate datasets with various metrics.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Metrics: Accuracy, precision, recall, F1 score (classification); MSE, R-squared (regression).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Cross-Validation: Technique to ensure model generalizes well to unseen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Hyperparameter Tuning: Optimizing model settings (hyperparameters) for optimal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Challenges in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Data Quality and Quantity: Requires large amounts of accurate, consistent data.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Interpretability: Complex models are often difficult to understand.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Bias in Data: Models can inherit biases from training data, leading to unfair outcomes.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Overfitting and Underfitting: Common issues affecting model generalization.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3200">
                <a:solidFill>
                  <a:srgbClr val="1E40AF"/>
                </a:solidFill>
              </a:defRPr>
            </a:pPr>
            <a:r>
              <a:t>Future of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Continuous evolution with advancements in deep learning, reinforcement learning, and explainable AI (XAI).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Increased computational power and datasets will expand ML's role.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Greater integration into daily life across various industries.</a:t>
            </a:r>
          </a:p>
          <a:p>
            <a:pPr>
              <a:spcAft>
                <a:spcPts val="800"/>
              </a:spcAft>
              <a:defRPr sz="2000">
                <a:solidFill>
                  <a:srgbClr val="374151"/>
                </a:solidFill>
              </a:defRPr>
            </a:pPr>
            <a:r>
              <a:t>Ethical considerations and responsible AI practices will be essential.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>
                <a:solidFill>
                  <a:srgbClr val="1E40AF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6B7280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