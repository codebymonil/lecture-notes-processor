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tech, 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into subsets for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used for complex patterns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evaluating model performance using separate datasets and metrics (accuracy, MSE).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for large, accurate, and consistent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difficulty in understanding complex model decisions, especially in deep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inheriting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