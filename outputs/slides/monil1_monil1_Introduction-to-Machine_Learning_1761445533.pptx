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• Supervised Learning • Unsupervised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Evaluation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1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 focused on systems learning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in modern tech, used in image recognition, NLP, predictive analytics,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known outputs (e.g., 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Trained on unlabeled data to find hidden patterns (e.g., 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to train the model and evaluate performance on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performs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simple,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Predicts probability for classification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based on feature values.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learns complex patterns for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model performance using separate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Metrics: Accuracy, precision, recall, F1 score for classification; MSE, R-squared for regression.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Ensures model generalizes well by splitting data into multiple subsets.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best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Requires large amounts of accurate, consistent, and complete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 (e.g., deep learning) are difficult to understand.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impacting model generalization.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computational power and datasets will expand ML's role across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Greater integration into daily life, enabling smarter technologies.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