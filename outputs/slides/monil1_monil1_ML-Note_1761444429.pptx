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Definition • Supervised Learning • Unsupervised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Definition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Concepts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Evaluation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2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 focused on systems that learn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learn patterns from data to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Crucial in modern tech, used in image recognition, NLP, predictive analytics,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Trained on labeled data to predict known outputs.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 includes Regression (continuous output) and Classification (categorical output).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Trained on unlabeled data to find hidden patterns or structures.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 includes Clustering (grouping data) and Dimensionality Reduction (reducing features).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an environment to maximize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adjust parameters.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to train the model and evaluate its performance on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including noise, leading to poor generalization.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 and fails to capture important data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 for continuous output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Used for classification, predicts probability of belonging to a class.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into subsets for decision-making.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data points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human brain, learns complex patterns for deep learning applications.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safe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Evaluate model performance using separate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Metrics: Accuracy, precision, recall, F1 score for classification; MSE, R-squared for regression.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 generalizes well to unseen data by splitting into subsets.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Adjusting model settings (hyperparameters) for optimal performance using methods like grid search...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Models need large amounts of accurate, consistent, and complete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models, especially deep learning, are hard to understand.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where models either learn noise or are too simplistic.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computational power and datasets will lead to more powerful and transparent systems.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 will integrate more into daily life across various industries.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crucial as the field progresses.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