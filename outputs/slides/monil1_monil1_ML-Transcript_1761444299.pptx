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Basics • Artificial Intelligence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Why Machine Learning Matters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Conclusion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Basics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Artificial Intelligence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Artificial Intelligence (AI).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systems learn patterns from data instead of fixed rules.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use learned patterns to make decisions or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Models can improve over time with more data without reprogramming.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It's about teaching computers to learn from experience, like humans.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Why Machine Learning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ubiquitous, powering recommendations, spam filters, and virtual assistants.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Its popularity stems from access to vast amounts of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Modern hardware (GPUs) provides the computational power to process data efficiently.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Sophisticated algorithms extract better insights from data than older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Most common type, trained using labeled data (input + correct output).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Goal: learn input-output relationships to predict new outputs.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predicting house prices based on features and actual sale prices.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(e.g., price, temperature).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predicts discrete labels or categories (e.g., spam detection).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Uses data without labeled outputs; only inputs are provided.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Goal: discover patterns, relationships, or structures in the data independently.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(e.g., customer segmentation).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Dimensionality reduction simplifies data with many features (e.g., PCA).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An agent learns by interacting with an environment.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Receives feedback as rewards or penalties for its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Goal: learn a policy to maximize total reward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Examples: training robots to walk, game-playing AI (AlphaGo), self-driving cars.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is crucial; noisy, biased, or incomplete data harms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occurs when a model learns training data too well but fails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concerns arise from biased data leading to biased models with real-world consequences.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Understanding data, context, and impact is as important as the algorithms themselves.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Conclusion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Recap of ML definition, importance, three types, and challenges.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lectures will dive deeper into each ML type and algorithms.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Will explore real examples and practical applications of ML concepts.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