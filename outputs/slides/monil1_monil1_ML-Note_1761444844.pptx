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b="1" sz="44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 i="1">
                <a:solidFill>
                  <a:srgbClr val="6B7280"/>
                </a:solidFill>
              </a:defRPr>
            </a:pPr>
            <a:r>
              <a:t>Machine Learning • Supervised Learning • Unsupervised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1. Introduction to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2. Types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3. Key Concepts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4. Common Machine Learning 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5. Applications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6. Model Evaluation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7. Challenges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8. Future of Machine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Training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Applications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Challenges</a:t>
            </a:r>
          </a:p>
          <a:p>
            <a:pPr>
              <a:defRPr sz="1400" i="1">
                <a:solidFill>
                  <a:srgbClr val="6B7280"/>
                </a:solidFill>
              </a:defRPr>
            </a:pPr>
            <a:r>
              <a:t>... and 1 more topics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is a subfield of AI, building systems that learn from data and improve over time without explicit programming.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Core idea: systems learn patterns and make decisions with minimal human intervention.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Crucial in modern technology, used in image recognition, NLP, predictive analytics, and autonomous vehicles.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Tremendous growth due to large datasets, improved computational power, and advanced algorithms.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Types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Broadly classified into Supervised Learning, Unsupervised Learning, and Reinforcement Learning.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Learning: Trained on labeled data to predict outputs (e.g., Regression, Classification).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Learning: Trained on unlabeled data to find hidden patterns (e.g., Clustering, Dimensionality Reduction).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Learning: Agent learns by interacting with its environment to maximize cumulative rewards (e.g., robotics,...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Key Concepts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Training: Feeding data to a model to learn patterns and minimize the difference between predictions and actual val...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Features and Labels: Input variables (features) and target outputs (labels) in supervised learning.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 Sets: Data split for training the model and evaluating its performance on unseen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Overfitting: Model learns training data too well, including noise, leading to poor performance on new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Underfitting: Model is too simple and fails to capture important patterns in the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Common Machine Learning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Linear Regression: Models linear relationship for continuous output prediction.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Logistic Regression: Used for classification, predicts probability of class membership.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Decision Trees: Non-linear model splitting data into subsets based on feature values.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Random Forest: Ensemble method combining multiple decision trees for improved performance.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Support Vector Machines (SVM): Finds optimal hyperplane to separate data points for classification.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Neural Networks: Inspired by the human brain, learns complex patterns, used in deep learning.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Applications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Healthcare: Disease diagnosis, drug discovery, personalized treatment recommendations.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Finance: Fraud detection, credit scoring, algorithmic trading.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Marketing: Customer segmentation, personalized recommendations, targeted advertising.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Autonomous Vehicles: Processing sensor data, decision-making, safe navigation.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Natural Language Processing (NLP): Language translation, sentiment analysis, text summarization.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Testing: Assess performance using separate datasets with metrics like accuracy, precision, MSE.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Cross-Validation: Technique to ensure model generalizes well to unseen data by splitting into multiple subsets.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Hyperparameter Tuning: Adjusting model settings (hyperparameters) for optimal performance using techniques like grid sea...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Challenges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Quality and Quantity: Requires large amounts of accurate, consistent, and complete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Interpretability: Many complex models (especially deep learning) are difficult to understand.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Bias in Data: Models can inherit biases from training data, leading to unfair or unethical outcomes.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 and Underfitting: Common issues affecting model generalization and performance.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Future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Continuously evolving with advancements in deep learning, reinforcement learning, and explainable AI (XAI).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Increased computational power and datasets will lead to more powerful, transparent, and interpretable systems.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Applications will become more integrated into daily life across various industries.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Ethical considerations and responsible AI practices will be essential as the field progresses.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1E40AF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B7280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