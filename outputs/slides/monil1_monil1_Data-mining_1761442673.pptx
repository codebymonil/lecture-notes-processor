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Data Mining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Data Mining Definition • Data Mining Process • Data Mining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What is Data Mining?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The Data Mining Process Overview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Data Preprocessing and Cleaning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Exploratory Data Analysis (EDA)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Core Data Mining Techniques: Modeling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Examples of Data Mining Techniques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Evaluation, Interpretation, and Deployment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Applications and Challenges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Process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Techniques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Real-world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Challenges in Data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What is Data Mining?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Process of extracting useful information, patterns, and trends from large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Primary goal is to discover non-obvious patterns for informed decisions and predictions.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Uncovers hidden relationships that are impossible or time-consuming to identify manually.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The Data Mining 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 multi-step process involving data collection, preprocessing, analysis, and interpretation.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Collection: gathering data from various sources like transaction logs, sensors, and social media.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Challenge: efficiently handling the vast amounts of data generated today.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Data Preprocessing and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Cleaning messy, incomplete, inconsistent, or error-filled raw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Tasks include filling missing values, removing duplicates, and standardizing units of measurement.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normalization transforms variables into a consistent format for effective comparison.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step to prevent misleading or incorrect analysis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Visually and statistically analyzing data to understand its structure.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Uses tools like histograms, scatter plots, and heatmaps to visualize distributions and relationships.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Helps form hypotheses and identify patterns or anomalies for further investigation.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Aids in choosing the right data mining techniques or algorithms for subsequent steps.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Core Data Mining Techniques: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Applying algorithms to the data to uncover patterns and relationships.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The choice of algorithm depends on the specific type of analysis to be performed.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Common techniques include classification, clustering, association rule mining, and regression.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Examples of Data Mining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Classification: assigning data to predefined categories (e.g., email spam filters).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Clustering: grouping similar data points without prior knowledge (e.g., customer segmentation).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Association Rule Mining: identifying relationships between variables (e.g., market basket analysis).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Regression: predicting continuous values based on input variables (e.g., house price prediction).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Evaluation, Interpretation, and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Evaluation: assessing the quality and usefulness of results using metrics like accuracy or R-squared.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Refinement: revisiting earlier stages if the model's performance is unsatisfactory.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Deployment: putting insights into real-world applications to improve processes or automate decisions.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Examples: personalized advertisements in marketing or prioritizing care for high-risk patients in healthcare.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Applications: healthcare (disease outbreaks, patient readmissions), finance (fraud detection), retail (inventory optimiz...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Challenges: ensuring data quality, as noisy or biased data leads to inaccurate insights.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concerns: privacy and regulations (GDPR, CCPA) require careful handling of sensitive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Mitigation: using data anonymization techniques, encryption, and responsible data management.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