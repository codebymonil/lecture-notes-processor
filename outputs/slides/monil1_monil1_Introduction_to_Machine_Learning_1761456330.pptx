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57200"/>
          </a:xfrm>
        </p:spPr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200400"/>
          </a:xfrm>
        </p:spPr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Machine Learning • Supervised Learning • Unsupervised Learning</a:t>
            </a:r>
          </a:p>
        </p:txBody>
      </p:sp>
      <p:pic>
        <p:nvPicPr>
          <p:cNvPr id="4" name="Picture 3" descr="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371600"/>
            <a:ext cx="36576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What is Machine Learning?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Key Concepts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Common Machine Learning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Applications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Model Evaluation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Challenges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8. Future of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Applications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Evaluation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Challenges</a:t>
            </a:r>
          </a:p>
          <a:p>
            <a:pPr>
              <a:defRPr sz="1400" i="1">
                <a:solidFill>
                  <a:srgbClr val="6B7280"/>
                </a:solidFill>
              </a:defRPr>
            </a:pPr>
            <a:r>
              <a:t>... and 1 more topics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What is Machine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is a subfield of AI focused on systems learning from data without explicit programming.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Core idea: systems identify patterns and make decisions with minimal human intervention.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Crucial for modern tech: image recognition, NLP, predictive analytics, autonomous vehicles.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Recent growth due to large datasets, improved computational power, and advanced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Broadly classified into Supervised, Unsupervised, and Reinforcement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Learning: Trains on labeled data to predict known outputs (e.g., Regression, Classification).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Learning: Trains on unlabeled data to find hidden patterns (e.g., Clustering, Dimensionality Reduction).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Learning: Agent learns by interacting with an environment to maximize cumulative rewards.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Key Concepts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Training: Feeding data to a model to learn patterns and adjust internal parameters.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Features and Labels: Input variables (features) and target outputs (labels) in supervised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 Sets: Data split for training the model and evaluating its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Overfitting: Model learns training data too well, performing poorly on new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Underfitting: Model is too simple, failing to capture important data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Common 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Linear Regression: Models linear relationships for regression tasks.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Logistic Regression: Used for classification, predicting class probabilities.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Decision Trees: Non-linear model splitting data based on feature values, easy to interpret.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Random Forest: Ensemble method combining multiple decision trees for improved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Support Vector Machines (SVM): Finds optimal hyperplane for classification, effective in high-dimensional spaces.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Neural Networks: Inspired by the human brain, capable of learning complex patterns, used in deep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Healthcare: Disease diagnosis, drug discovery, personalized treatment.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Finance: Fraud detection, credit scoring, algorithmic trading.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Marketing: Customer segmentation, personalized recommendations, targeted advertising.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Autonomous Vehicles: Processing sensor data, decision-making, navigation.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Natural Language Processing (NLP): Language translation, sentiment analysis, text summarization.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Testing: Assess performance using separate datasets with metrics like accuracy, MSE.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Cross-Validation: Ensures model generalizes well by splitting data into multiple subsets.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Hyperparameter Tuning: Optimizing model settings for optimal performance using techniques like grid search.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Quality and Quantity: Requires large amounts of accurate, consistent, and complete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Interpretability: Complex models, especially deep learning, are difficult to understand.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Bias in Data: Models can inherit biases from training data, leading to unfair outcomes.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 and Underfitting: Common issues affecting model generalization and performance.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Future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Continuous evolution with advancements in deep learning, reinforcement learning, and explainable AI (XAI).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Increased integration into daily life across healthcare, education, entertainment, and transportation.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Growing importance of ethical considerations and responsible AI practices as the field progresses.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