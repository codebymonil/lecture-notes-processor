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Types of Machine Learning • Key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 and Tuning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Key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Common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Challenges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Future of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that learn from data and improve over time.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Systems identify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Trains on labeled data to predict outputs (Regression,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Trains on unlabeled data to find hidden patterns (Clustering,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minimize prediction errors.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Model learns noise too well (overfitting) or is too simple (underfitting).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relationships for regression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class probabilities for classification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that splits data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Brain-inspired models for learning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 and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 with metrics like accuracy or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models generalize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 data; labeled data collection can be difficult.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models, especially deep learning, are hard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 to new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expand ML's role across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 will become more integrated into daily life.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