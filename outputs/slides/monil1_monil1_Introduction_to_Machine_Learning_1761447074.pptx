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Definition • Types of Machine Learning • 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Definition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Key ML Concepts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3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 focused on systems learning from data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Systems learn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Used in image recognition, NLP,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Broadly classified into Supervised, Unsupervised, and Reinforcement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Trained on labeled data to predict outputs (Regression,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Trained on unlabeled data to find hidden patterns (Clustering, Dimensionality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environment to maximize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learn patterns and minimize prediction differences.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for model training and performance evaluation.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including noise, leading to poor generalization.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 and fails to capture important data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 for regression tasks.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Used for classification, predicts class probability.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based on feature values, easy to interpret.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for classification, effective in high dimensions.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human brain, learns complex patterns, used in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safe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Assess performance using separate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Metrics: Accuracy, precision, recall, F1 score for classification; MSE, R-squared for regression.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Ensures generalization by splitting data into multiple subsets.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for optimal performance using techniques like grid search.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Requires large amounts of accurate, consistent data; labeled data collection can be challengi...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 are often difficult to understand, problematic in high-stakes applications.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where models either learn noise or are too simplistic.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computational power and datasets will expand ML's role across industries.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Greater integration into daily life, enabling smarter technologies.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essential.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