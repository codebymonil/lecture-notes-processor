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457200"/>
          </a:xfrm>
        </p:spPr>
        <p:txBody>
          <a:bodyPr/>
          <a:lstStyle/>
          <a:p>
            <a:pPr algn="ctr">
              <a:defRPr b="1" sz="4400">
                <a:solidFill>
                  <a:srgbClr val="1E40AF"/>
                </a:solidFill>
              </a:defRPr>
            </a:pPr>
            <a:r>
              <a:t>Introduction to Machine Learning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200400"/>
          </a:xfrm>
        </p:spPr>
        <p:txBody>
          <a:bodyPr/>
          <a:lstStyle/>
          <a:p>
            <a:pPr algn="ctr">
              <a:defRPr sz="2400" i="1">
                <a:solidFill>
                  <a:srgbClr val="6B7280"/>
                </a:solidFill>
              </a:defRPr>
            </a:pPr>
            <a:r>
              <a:t>Machine Learning • Supervised Learning • Unsupervised Learning</a:t>
            </a:r>
          </a:p>
        </p:txBody>
      </p:sp>
      <p:pic>
        <p:nvPicPr>
          <p:cNvPr id="4" name="Picture 3" descr="m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0" y="1371600"/>
            <a:ext cx="3657600" cy="1524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1E40AF"/>
                </a:solidFill>
              </a:defRPr>
            </a:pPr>
            <a:r>
              <a:t>Lecture 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1. Introduction to Machine Learning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2. Types of Machine Learning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3. Key Concepts in Machine Learning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4. Common Machine Learning Algorithms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5. Applications of Machine Learning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6. Model Evaluation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7. Challenges in Machine Learning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8. Future of Machine Learning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1E40AF"/>
                </a:solidFill>
              </a:defRPr>
            </a:pPr>
            <a:r>
              <a:t>Lecture Topics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Machine Learning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Supervised Learning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Unsupervised Learning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Reinforcement Learning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Model Training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Algorithms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Applications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Evaluation</a:t>
            </a:r>
          </a:p>
          <a:p>
            <a:pPr>
              <a:defRPr sz="1400" i="1">
                <a:solidFill>
                  <a:srgbClr val="6B7280"/>
                </a:solidFill>
              </a:defRPr>
            </a:pPr>
            <a:r>
              <a:t>... and 1 more topics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b="1" sz="3200">
                <a:solidFill>
                  <a:srgbClr val="1E40AF"/>
                </a:solidFill>
              </a:defRPr>
            </a:pPr>
            <a:r>
              <a:t>Introduction to Machine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ML is a subfield of AI focused on systems learning from data without explicit programming.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Systems learn patterns and make decisions with minimal human intervention.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Used in image recognition, NLP, predictive analytics, and autonomous vehicles.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Growth driven by large datasets, improved computational power, and advanced algorithms.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b="1" sz="3200">
                <a:solidFill>
                  <a:srgbClr val="1E40AF"/>
                </a:solidFill>
              </a:defRPr>
            </a:pPr>
            <a:r>
              <a:t>Types of Machine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Supervised Learning: Trained on labeled data to predict known outputs.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Supervised Learning includes Regression (continuous output) and Classification (categorical output).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Unsupervised Learning: Trained on unlabeled data to find hidden patterns or structures.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Unsupervised Learning includes Clustering (grouping data) and Dimensionality Reduction (reducing features).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Reinforcement Learning: Agent learns by interacting with an environment to maximize rewards.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b="1" sz="3200">
                <a:solidFill>
                  <a:srgbClr val="1E40AF"/>
                </a:solidFill>
              </a:defRPr>
            </a:pPr>
            <a:r>
              <a:t>Key Concepts in Machine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Model Training: Feeding data to a model to learn patterns and adjust parameters.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Features and Labels: Input variables (features) and target outputs (labels) in supervised learning.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Training and Testing Sets: Data split to train the model and evaluate its performance.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Overfitting: Model learns training data too well, performs poorly on new data.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Underfitting: Model is too simple, fails to capture important data patterns.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b="1" sz="3200">
                <a:solidFill>
                  <a:srgbClr val="1E40AF"/>
                </a:solidFill>
              </a:defRPr>
            </a:pPr>
            <a:r>
              <a:t>Common Machine Learning Algorithms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Linear Regression: Models linear relationship for continuous output prediction.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Logistic Regression: Predicts probability of belonging to a class (classification).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Decision Trees: Non-linear model splitting data based on feature values.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Random Forest: Ensemble method combining multiple decision trees for improved performance.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Support Vector Machines (SVM): Finds optimal hyperplane to separate classes.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Neural Networks: Inspired by the human brain, learns complex patterns for deep learning.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b="1" sz="3200">
                <a:solidFill>
                  <a:srgbClr val="1E40AF"/>
                </a:solidFill>
              </a:defRPr>
            </a:pPr>
            <a:r>
              <a:t>Applications of Machine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Healthcare: Disease diagnosis, drug discovery, personalized treatments.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Finance: Fraud detection, credit scoring, algorithmic trading.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Marketing: Customer segmentation, personalized recommendations, targeted advertising.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Autonomous Vehicles: Processing sensor data, decision-making, safe navigation.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Natural Language Processing (NLP): Language translation, sentiment analysis, text summarization.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b="1" sz="3200">
                <a:solidFill>
                  <a:srgbClr val="1E40AF"/>
                </a:solidFill>
              </a:defRPr>
            </a:pPr>
            <a:r>
              <a:t>Model 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Training and Testing: Evaluate model performance using separate datasets.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Metrics: Accuracy, precision, recall, F1 score for classification; MSE, R-squared for regression.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Cross-Validation: Ensures model generalizes well by splitting data into multiple subsets.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Hyperparameter Tuning: Adjusting model settings (hyperparameters) for optimal performance.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b="1" sz="3200">
                <a:solidFill>
                  <a:srgbClr val="1E40AF"/>
                </a:solidFill>
              </a:defRPr>
            </a:pPr>
            <a:r>
              <a:t>Challenges in Machine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Data Quality and Quantity: Requires large amounts of accurate, consistent, and complete data.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Interpretability: Complex models (e.g., deep learning) are difficult to understand.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Bias in Data: Models can inherit biases from training data, leading to unfair outcomes.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Overfitting and Underfitting: Common issues affecting model generalization.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b="1" sz="3200">
                <a:solidFill>
                  <a:srgbClr val="1E40AF"/>
                </a:solidFill>
              </a:defRPr>
            </a:pPr>
            <a:r>
              <a:t>Future of Machine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Continuous evolution with advancements in deep learning, reinforcement learning, and explainable AI (XAI).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Increased computational power and datasets will expand ML's role.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Greater integration into daily life across various industries.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Ethical considerations and responsible AI practices will be crucial.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>
                <a:solidFill>
                  <a:srgbClr val="1E40AF"/>
                </a:solidFill>
              </a:defRPr>
            </a:pPr>
            <a:r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400">
                <a:solidFill>
                  <a:srgbClr val="6B7280"/>
                </a:solidFill>
              </a:defRPr>
            </a:pPr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