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• Data Analysis • Data Preprocessing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Data Mining?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Process: Preparation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The Data Mining Process: Exploration &amp; Modeling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Key 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Evaluation, Deployment, and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Challenges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Analysis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Real-world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Extracting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sources include structured databases, unstructured text, images, and real-time streams.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Primary goal is to discover non-obvious patterns for informed decisions or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Uncovers hidden relationships that are impossible or time-consuming to identify manually.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 multi-step process involving cleaning, analyzing, and interpreting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1: Data Collection from various sources like transaction logs, sensor data, and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Challenge: handling vast amounts of data generated at an unprecedented rate.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2: Data Preprocessing to clean messy, incomplete, or inconsistent raw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Tasks include filling missing values, removing duplicates, standardizing units, and data normalization.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Exploration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3: Exploratory Data Analysis (EDA) for visual and statistical understanding of data structure.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Tools like histograms, scatter plots, and heatmaps visualize distributions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EDA helps form hypotheses and choose appropriate data mining techniques.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Step 4: Modeling and Mining involves applying algorithms to uncover patterns and relationships.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Choice of algorithm depends on the type of analysis to be performed.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Classification: assigning data to predefined categories (e.g., email spam filters).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Clustering: grouping similar data points without prior knowledge (e.g., customer segmentation).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Mining: identifying relationships between variables (e.g., market basket analysis).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Regression: predicting continuous values based on input variables (e.g., house price prediction).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Evaluation, Deployment, and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 and Interpretation: assessing the quality and usefulness of results using various metrics.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include accuracy, precision, recall for classification, and R-squared for regression.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Refinement: revisiting earlier stages if model performance is unsatisfactory.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Deployment: putting insights into real-world applications to improve processes or automate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Applications: healthcare (disease outbreaks), finance (fraud detection), retail (inventory optimization).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Challenges include ensuring data quality (noisy, incomplete, biased data).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and ethical concerns require adherence to regulations like GDPR and CCPA.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The process involves collecting, cleaning, analyzing, and modeling data to drive better decisions.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Techniques like classification, clustering, association rule mining, and regression are foundational.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