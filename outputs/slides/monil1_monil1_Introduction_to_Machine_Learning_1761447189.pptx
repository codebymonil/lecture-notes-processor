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Definition • Types of Machine Learning • Key ML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What is Machine Learning?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 and Improvement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Definition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Key ML Concepts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Common 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Applications of ML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Challenges in ML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Future of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(ML) is a subfield of AI focused on systems that learn from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learn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Used in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Trained on labeled data to predict outputs (e.g., 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Trained on unlabeled data to find hidden patterns (e.g., 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an environment to maximize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adjust parameters.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to train and evaluate model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performs poorly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simple, fails to capture important data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relationships for continuous output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Predicts probability for classification tasks.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based on feature values.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brain, learns complex patterns for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Sensor data processing, decision-making,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 and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Evaluation: Using training and testing datasets with metrics like accuracy, MSE.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 generalizes well to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for optimal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Need for large, accurate, and consistent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Difficulty in understanding complex model decisions.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impacting model generalization.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RL,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integration into daily life across various industries.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Growing importance of ethical considerations and responsible AI practices.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