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ML • Key ML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technology, 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 Learning, Unsupervised Learning,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or structures (e.g., Clustering, Dimensionality...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into subsets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capable of learning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need large amounts of accurate, consistent data; labeled data collection is challengin...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models, especially deep learning,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computational power and datasets will expand ML's role significantly.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for progress.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