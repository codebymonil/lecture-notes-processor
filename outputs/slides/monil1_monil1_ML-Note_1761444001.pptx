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Definition • Supervised Learning • Unsupervised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Definition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Concepts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Evaluation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2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 focused on systems learning from data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learn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Crucial in modern tech, used in image recognition, NLP, predictive analytics,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due to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Broadly classified into Supervised, Unsupervised, and Reinforcement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trained on labeled data to predict outputs (regression,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trained on unlabeled data to find hidden patterns (clustering, dimensionality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environment to maximize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adjust parameters.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to train and evaluate model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performs poorly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simple, fails to capture important data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for regression tasks, models linear relationship between inputs and output.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for classification tasks, predicts probability of belonging to a class.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into subsets based on feature values.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to separate data points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human brain, learns complex patterns, used in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evaluate model using separate datasets with metrics like accuracy, MSE.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 generalizes well to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(hyperparameters) for best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need large amounts of accurate, consistent, and complete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models, especially deep learning, are hard to understand.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affecting model generalization.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integration into daily life across healthcare, education, entertainment, transportation.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Growing computational power and datasets will expand ML's role.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essential.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