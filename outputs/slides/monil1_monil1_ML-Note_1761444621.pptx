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(ML)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(ML)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Challenges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1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AI, building systems that learn from data and improve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trains on labeled data to predict continuous (regression) or categorical (classification) outputs.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trains on unlabeled data to find hidden patterns (clustering,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environment to maximize rewards (robotics, gaming).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learn patterns and minimize prediction differences.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model training and performance evaluation.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simple,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regression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class probability for classification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values, easy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for classification, effective in high-dimensional spaces.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 for classification: accuracy, precision, recall, F1 score.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 for regression: mean squared error (MSE), R-squared.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for optimal performance using grid/random search.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models need large amounts of accurate, consistent data; labeled data collection is challengin...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are difficult to understand, problematic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where models learn noise or are too simple.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and datasets will expand ML's role across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 will become more integrated into daily life (healthcare, education, transportation).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