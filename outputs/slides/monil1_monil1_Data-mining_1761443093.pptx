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Data Mining: Understanding and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Definition • Data Mining Process • Data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 Overview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Data Preparation: Collection, Preprocessing, and EDA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Core Data Mining Techniques (Modeling and Mining)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Evaluation, Interpretation, and Deployment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Real-World Applications and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Process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5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extracts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Datasets can come from various sources, including structured and unstructured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primary goal is to uncover hidden relationships and patterns for informed decisions and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multi-step process involving several stages.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Each stage builds on the previous one to clean, analyze, and interpret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process begins with data collection from diverse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Data Preparation: Collection, Preprocessing, and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 involves gathering information from transaction logs, sensors, social media, etc.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 cleans raw, messy data by handling incompleteness, inconsistencies, and errors.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Tasks include filling missing values, removing duplicates, and data normalization.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 visually and statistically analyzes data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EDA uses tools like histograms and scatter plots to identify patterns and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Core Data Mining Techniques (Modeling and Mining)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This stage applies algorithms to uncover patterns and relationships in the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assigns data to predefined categories, like spam filtering.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without prior knowledge, used in customer segmentation.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 identifies relationships between variables, such as market basket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based on input variables, common in real estate or finance.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Interpretation,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Evaluate the quality and usefulness of results using metrics like accuracy or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Assess if identified patterns are meaningful and align with expectations.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Refine the approach by revisiting earlier stages if the model underperforms.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 insights into real-world applications to improve processes or automate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Real-World Applications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include personalized marketing, patient outcome prediction in healthcare, and fraud detection in finance.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Retailers use data mining for inventory optimization and demand forecasting.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major challenge is ensuring data quality, as noisy or biased data leads to inaccurate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and ethical concerns are critical due to vast amounts of personal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Mitigation involves following regulations (GDPR, CCPA) and using anonymization techniques.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involves collecting, cleaning, analyzing, and modeling data to uncover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techniques include classification, clustering, association rule mining, and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help businesses optimize operations, improve customer satisfaction, and gain a competitive edge.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next class will delve deeper into specific algorithms and their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