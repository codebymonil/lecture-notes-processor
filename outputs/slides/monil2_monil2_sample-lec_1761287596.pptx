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Machine Learning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Supervised Learning • Unsupervised Learning •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Upcoming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involves teaching computers to learn from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contrasts with giving computers explicit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 is trained on labeled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Example: Email marked as spam or not spam.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learns patterns to predict unseen cases.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algorithms: Decision trees, Support Vector Machines, Neural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 finds patterns without labels.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Example: Clustering customers based on purchasing behavior.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K-means is a classic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Agent interacts with an environment and learns from feedback or rewards.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Examples: Training AI to play video games or control a robot.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memorizes training data,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Bias: Occurs when the data itself is not balanced.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Self-driving cars: Object recognition.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Upcoming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Next lecture will cover evaluation metrics.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 include accuracy, precision, recall, and F1-score.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